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172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7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5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0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9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1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6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4171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04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02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96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99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9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92761B-101E-4089-BB97-9E80E05F8E3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A6B64FE-A8E5-4848-A52A-468349251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3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B’SAFE B’SECURE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ANDROID BASED APPLICATION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21410965">
            <a:off x="8124191" y="5187923"/>
            <a:ext cx="279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hijabbhatti125@gmail.com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3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934" y="151228"/>
            <a:ext cx="4406703" cy="5433646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 smtClean="0"/>
              <a:t>HIJAB AQSA AKHTAR </a:t>
            </a:r>
            <a:br>
              <a:rPr lang="en-US" sz="3600" dirty="0" smtClean="0"/>
            </a:br>
            <a:r>
              <a:rPr lang="en-US" sz="3600" dirty="0" smtClean="0"/>
              <a:t>BCSF18E023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SAMEEN FATIMA</a:t>
            </a:r>
            <a:br>
              <a:rPr lang="en-US" sz="3600" dirty="0" smtClean="0"/>
            </a:br>
            <a:r>
              <a:rPr lang="en-US" sz="3600" dirty="0" smtClean="0"/>
              <a:t>BCSF18E002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ISHA ISLAM</a:t>
            </a:r>
            <a:br>
              <a:rPr lang="en-US" sz="3600" dirty="0" smtClean="0"/>
            </a:br>
            <a:r>
              <a:rPr lang="en-US" sz="3600" dirty="0" smtClean="0"/>
              <a:t>BCSF18E031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BSCS SELF 8</a:t>
            </a:r>
            <a:r>
              <a:rPr lang="en-US" sz="3600" baseline="30000" dirty="0" smtClean="0"/>
              <a:t>TH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smtClean="0"/>
              <a:t>2018-2022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9089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69" y="263769"/>
            <a:ext cx="10396882" cy="1151965"/>
          </a:xfrm>
        </p:spPr>
        <p:txBody>
          <a:bodyPr/>
          <a:lstStyle/>
          <a:p>
            <a:r>
              <a:rPr lang="en-US" dirty="0" smtClean="0"/>
              <a:t>PROJECT WEEK PLAN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42329999"/>
              </p:ext>
            </p:extLst>
          </p:nvPr>
        </p:nvGraphicFramePr>
        <p:xfrm>
          <a:off x="683869" y="1415734"/>
          <a:ext cx="1039495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7475"/>
                <a:gridCol w="51974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TASKS TO 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DOCUMENTATION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r>
                        <a:rPr lang="en-US" baseline="30000" dirty="0" smtClean="0"/>
                        <a:t>ST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ADVERTISEMENT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ND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GITHUB UPLOAD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r>
                        <a:rPr lang="en-US" baseline="30000" dirty="0" smtClean="0"/>
                        <a:t>RD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CODE STRATUP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BASIC FUNCTIONALITY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DATABASE CREATION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CODE COMPILATION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VIVA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WEEK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686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13</TotalTime>
  <Words>51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Impact</vt:lpstr>
      <vt:lpstr>Wingdings</vt:lpstr>
      <vt:lpstr>Main Event</vt:lpstr>
      <vt:lpstr>B’SAFE B’SECURE</vt:lpstr>
      <vt:lpstr>HIJAB AQSA AKHTAR  BCSF18E023  SAMEEN FATIMA BCSF18E002  ISHA ISLAM BCSF18E031  BSCS SELF 8TH  2018-2022</vt:lpstr>
      <vt:lpstr>PROJECT WEEK PLAN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B’SAFE B’SECURE</dc:title>
  <dc:creator>hp 6460</dc:creator>
  <cp:lastModifiedBy>hp 6460</cp:lastModifiedBy>
  <cp:revision>2</cp:revision>
  <dcterms:created xsi:type="dcterms:W3CDTF">2022-03-23T02:51:57Z</dcterms:created>
  <dcterms:modified xsi:type="dcterms:W3CDTF">2022-03-23T03:05:44Z</dcterms:modified>
</cp:coreProperties>
</file>